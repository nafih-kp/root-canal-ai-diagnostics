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Root Canal AI Diagnostics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Endodontic Failure Detection System</a:t>
            </a:r>
          </a:p>
          <a:p/>
          <a:p>
            <a:r>
              <a:t>Generated by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 (Implemented)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Image Acquisition &amp; Enhancement</a:t>
            </a:r>
          </a:p>
          <a:p>
            <a:pPr/>
            <a:r>
              <a:t>   - Contourlet Transform Filter (Implemented)</a:t>
            </a:r>
          </a:p>
          <a:p>
            <a:pPr/>
            <a:r>
              <a:t>   - (Note: Other filters like Mean/Gaussian are not active)</a:t>
            </a:r>
          </a:p>
          <a:p>
            <a:pPr/>
          </a:p>
          <a:p>
            <a:pPr/>
            <a:r>
              <a:t>2. Automated Labeling Module</a:t>
            </a:r>
          </a:p>
          <a:p>
            <a:pPr/>
            <a:r>
              <a:t>   - OpenAI CLIP Model for semantic classification</a:t>
            </a:r>
          </a:p>
          <a:p>
            <a:pPr/>
            <a:r>
              <a:t>   - Zero-shot classification of dental X-rays</a:t>
            </a:r>
          </a:p>
          <a:p>
            <a:pPr/>
          </a:p>
          <a:p>
            <a:pPr/>
            <a:r>
              <a:t>3. Manual Verification &amp; Review</a:t>
            </a:r>
          </a:p>
          <a:p>
            <a:pPr/>
            <a:r>
              <a:t>   - Tkinter-based Desktop GUI</a:t>
            </a:r>
          </a:p>
          <a:p>
            <a:pPr/>
            <a:r>
              <a:t>   - Label correction and confidence review</a:t>
            </a:r>
          </a:p>
          <a:p>
            <a:pPr/>
          </a:p>
          <a:p>
            <a:pPr/>
            <a:r>
              <a:t>4. Object Detection Module</a:t>
            </a:r>
          </a:p>
          <a:p>
            <a:pPr/>
            <a:r>
              <a:t>   - YOLOv8 Nano Model (Lightweight)</a:t>
            </a:r>
          </a:p>
          <a:p>
            <a:pPr/>
            <a:r>
              <a:t>   - Trained on filtered endodontic images</a:t>
            </a:r>
          </a:p>
          <a:p>
            <a:pPr/>
          </a:p>
          <a:p>
            <a:pPr/>
            <a:r>
              <a:t>5. Output &amp; Visualization</a:t>
            </a:r>
          </a:p>
          <a:p>
            <a:pPr/>
            <a:r>
              <a:t>   - Bounding boxes for failure detection</a:t>
            </a:r>
          </a:p>
          <a:p>
            <a:pPr/>
            <a:r>
              <a:t>   - Real-time Web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&amp;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Processing Pipeline:</a:t>
            </a:r>
          </a:p>
          <a:p>
            <a:pPr/>
          </a:p>
          <a:p>
            <a:pPr/>
            <a:r>
              <a:t>1. Input: Dental X-ray Image (Upload via Web App)</a:t>
            </a:r>
          </a:p>
          <a:p>
            <a:pPr/>
            <a:r>
              <a:t>    ↓</a:t>
            </a:r>
          </a:p>
          <a:p>
            <a:pPr/>
            <a:r>
              <a:t>2. Preprocessing: Contourlet Transform</a:t>
            </a:r>
          </a:p>
          <a:p>
            <a:pPr/>
            <a:r>
              <a:t>   - Multi-scale geometric analysis</a:t>
            </a:r>
          </a:p>
          <a:p>
            <a:pPr/>
            <a:r>
              <a:t>   - Edge preservation and noise reduction</a:t>
            </a:r>
          </a:p>
          <a:p>
            <a:pPr/>
            <a:r>
              <a:t>    ↓</a:t>
            </a:r>
          </a:p>
          <a:p>
            <a:pPr/>
            <a:r>
              <a:t>3. Detection: YOLOv8 Nano Model</a:t>
            </a:r>
          </a:p>
          <a:p>
            <a:pPr/>
            <a:r>
              <a:t>   - Object detection inference</a:t>
            </a:r>
          </a:p>
          <a:p>
            <a:pPr/>
            <a:r>
              <a:t>   - Classes: No Treatment, Incomplete, Complete, Failure</a:t>
            </a:r>
          </a:p>
          <a:p>
            <a:pPr/>
            <a:r>
              <a:t>    ↓</a:t>
            </a:r>
          </a:p>
          <a:p>
            <a:pPr/>
            <a:r>
              <a:t>4. Output: Annotated Image</a:t>
            </a:r>
          </a:p>
          <a:p>
            <a:pPr/>
            <a:r>
              <a:t>   - Bounding boxes with confidence scores</a:t>
            </a:r>
          </a:p>
          <a:p>
            <a:pPr/>
            <a:r>
              <a:t>   - JSON response to Frontend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-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Frontend:</a:t>
            </a:r>
          </a:p>
          <a:p>
            <a:pPr/>
            <a:r>
              <a:t>- React 19, Vite, TypeScript</a:t>
            </a:r>
          </a:p>
          <a:p>
            <a:pPr/>
            <a:r>
              <a:t>- TailwindCSS for styling</a:t>
            </a:r>
          </a:p>
          <a:p>
            <a:pPr/>
          </a:p>
          <a:p>
            <a:pPr/>
            <a:r>
              <a:t>Backend:</a:t>
            </a:r>
          </a:p>
          <a:p>
            <a:pPr/>
            <a:r>
              <a:t>- Python 3.12, Flask API</a:t>
            </a:r>
          </a:p>
          <a:p>
            <a:pPr/>
            <a:r>
              <a:t>- Base64 image handling</a:t>
            </a:r>
          </a:p>
          <a:p>
            <a:pPr/>
          </a:p>
          <a:p>
            <a:pPr/>
            <a:r>
              <a:t>Machine Learning:</a:t>
            </a:r>
          </a:p>
          <a:p>
            <a:pPr/>
            <a:r>
              <a:t>- YOLOv8 (Ultralytics), PyTorch</a:t>
            </a:r>
          </a:p>
          <a:p>
            <a:pPr/>
            <a:r>
              <a:t>- OpenAI CLIP (Auto-labeling)</a:t>
            </a:r>
          </a:p>
          <a:p>
            <a:pPr/>
            <a:r>
              <a:t>- OpenCV (Image Processing)</a:t>
            </a:r>
          </a:p>
          <a:p>
            <a:pPr/>
            <a:r>
              <a:t>- Contourlet Transform (Custom Implementation)</a:t>
            </a:r>
          </a:p>
          <a:p>
            <a:pPr/>
          </a:p>
          <a:p>
            <a:pPr/>
            <a:r>
              <a:t>Tools &amp; Deployment:</a:t>
            </a:r>
          </a:p>
          <a:p>
            <a:pPr/>
            <a:r>
              <a:t>- Tkinter (Desktop Review Tool)</a:t>
            </a:r>
          </a:p>
          <a:p>
            <a:pPr/>
            <a:r>
              <a:t>- TensorFlow.js (Browser Export)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Efficiency:</a:t>
            </a:r>
          </a:p>
          <a:p>
            <a:pPr/>
            <a:r>
              <a:t>- Real-time detection (&lt; 100ms per image)</a:t>
            </a:r>
          </a:p>
          <a:p>
            <a:pPr/>
            <a:r>
              <a:t>- Lightweight model (YOLOv8n) suitable for edge devices</a:t>
            </a:r>
          </a:p>
          <a:p>
            <a:pPr/>
          </a:p>
          <a:p>
            <a:pPr/>
            <a:r>
              <a:t>Outcomes:</a:t>
            </a:r>
          </a:p>
          <a:p>
            <a:pPr/>
            <a:r>
              <a:t>- Automated categorization of root canal treatments</a:t>
            </a:r>
          </a:p>
          <a:p>
            <a:pPr/>
            <a:r>
              <a:t>- High accuracy in detecting endodontic failures</a:t>
            </a:r>
          </a:p>
          <a:p>
            <a:pPr/>
            <a:r>
              <a:t>- Streamlined labeling process with CLIP + GUI</a:t>
            </a:r>
          </a:p>
          <a:p>
            <a:pPr/>
            <a:r>
              <a:t>- User-friendly Web Interface for clinicians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Completed:</a:t>
            </a:r>
          </a:p>
          <a:p>
            <a:pPr/>
            <a:r>
              <a:t>✅ UI Implementation (React/Vite)</a:t>
            </a:r>
          </a:p>
          <a:p>
            <a:pPr/>
            <a:r>
              <a:t>✅ YOLOv8 Model Training (Nano)</a:t>
            </a:r>
          </a:p>
          <a:p>
            <a:pPr/>
            <a:r>
              <a:t>✅ Contourlet Filter Integration</a:t>
            </a:r>
          </a:p>
          <a:p>
            <a:pPr/>
            <a:r>
              <a:t>✅ Auto-labeling Pipeline (CLIP)</a:t>
            </a:r>
          </a:p>
          <a:p>
            <a:pPr/>
            <a:r>
              <a:t>✅ Data Review Tool (Tkinter)</a:t>
            </a:r>
          </a:p>
          <a:p>
            <a:pPr/>
            <a:r>
              <a:t>✅ TensorFlow.js Model Export</a:t>
            </a:r>
          </a:p>
          <a:p>
            <a:pPr/>
          </a:p>
          <a:p>
            <a:pPr/>
            <a:r>
              <a:t>Future Work (Not Implemented):</a:t>
            </a:r>
          </a:p>
          <a:p>
            <a:pPr/>
            <a:r>
              <a:t>⏳ Knowledge Distillation</a:t>
            </a:r>
          </a:p>
          <a:p>
            <a:pPr/>
            <a:r>
              <a:t>⏳ Feature Fusion strategies</a:t>
            </a:r>
          </a:p>
          <a:p>
            <a:pPr/>
            <a:r>
              <a:t>⏳ Grad-CAM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